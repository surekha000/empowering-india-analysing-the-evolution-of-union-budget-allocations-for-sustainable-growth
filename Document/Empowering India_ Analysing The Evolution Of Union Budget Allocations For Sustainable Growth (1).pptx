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humbnail" ContentType="image/thumbnai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9437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https://public.flourish.studio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https://thetopnews.in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https://thetopnews.in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https://drishtiias.com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https://thetopnews.in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https://public.flourish.studio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https://drishtiias.com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https://drishtiias.com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https://public.flourish.studio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https://public.flourish.studio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make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humbnai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humbnai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humbnai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humbnai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Empowering India: Analysing The Evolution Of Union Budget Allocations For Sustainable Growth</a:t>
            </a:r>
            <a:endParaRPr lang="en-US" sz="3000" dirty="0"/>
          </a:p>
        </p:txBody>
      </p:sp>
      <p:sp>
        <p:nvSpPr>
          <p:cNvPr id="3" name="Text 1">
            <a:hlinkClick r:id="rId3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public.flourish.studio/visualisation/21384971/thumbnai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Empowering India: An Overview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presentation explores the evolution of Union Budget allocations aimed at fostering sustainable growth in India.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highlights key trends, priorities, and shifts over recent years.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Understanding these patterns is crucial for assessing India's progress towards sustainable development.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://thetopnews.in/wp-content/uploads/2024/02/Picture-1-259x300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Importance of Budget Allocations for Sustainable Growth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Budget allocations are vital for financing initiatives that promote economic, social, and environmental sustainability.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They reflect government priorities and commitment to long-term development goals.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Analyzing these allocations helps identify areas of focused intervention and potential gaps.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://thetopnews.in/wp-content/uploads/2024/02/Picture-1-259x300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Historical Context of Budget Allocations (2010-2015)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During this period, India increased allocations toward infrastructure, health, and education sectors.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Emphasis was placed on inclusive growth and rural development programs.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Budget allocations showed initial steps toward integrating sustainability into development planning.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://drishtiias.com/images/uploads/1738935338_Union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Shift Towards Sustainability in Budget Priorities (2016-2020)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government began emphasizing renewable energy, climate resilience, and clean technology.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Allocations to environmental protection and sustainable agriculture increased significantly.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Policy initiatives aimed at reducing carbon footprint and promoting green growth were introduced.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://thetopnews.in/wp-content/uploads/2024/02/Picture-1-259x300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Impact of Budget Allocations on Renewable Energy Sector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Significant funding was directed toward solar and wind energy projects.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budget supported policies to attract private investments in clean energy.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These allocations contributed to India’s ambition of achieving 500 GW of non-fossil fuel capacity by 2030.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public.flourish.studio/visualisation/21384971/thumbnai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Focus on Social Sectors for Sustainable Development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Allocations for health, education, and social welfare increased to promote human capital development.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Initiatives like Ayushman Bharat and Skill India received enhanced funding.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Strengthening social infrastructure is seen as essential for sustainable economic growth.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://drishtiias.com/images/uploads/1738935338_Union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Challenges in Budget Implementation and Allocation Efficiency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Despite increased allocations, effective utilization remains a challenge due to bureaucratic hurdles.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There is a need for better monitoring and transparency in expenditure.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Addressing these issues is crucial to ensure that budget allocations translate into tangible sustainable outcomes.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://drishtiias.com/images/uploads/1738935338_Union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Future Trends and Policy Directions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Upcoming budgets are expected to further prioritize climate action and sustainable urban development.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Digital technology and innovation are likely to be integrated into sustainability initiatives.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Continued focus on inclusive growth will be essential to balance economic and environmental goals.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public.flourish.studio/visualisation/21384971/thumbnai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Conclusion: Progress and Path Forward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India has made notable progress in reallocating budgets toward sustainability.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Sustainable growth requires sustained commitment, effective implementation, and adaptive policies.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Ongoing analysis of budget trends is essential to ensure India’s development remains aligned with sustainability objectives.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public.flourish.studio/visualisation/21384971/thumbnai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Thank you for exploring the evolution of India’s Union Budget allocations for sustainable growth.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Your engagement is vital for understanding and supporting India’s sustainable development journey.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For further insights, please refer to detailed reports and policy documents on this topic.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585</Words>
  <Application>Microsoft Office PowerPoint</Application>
  <PresentationFormat>On-screen Show (16:9)</PresentationFormat>
  <Paragraphs>82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Optima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Empowering India: Analysing The Evolution Of Union Budget Allocations For Sustainable Growth</dc:title>
  <dc:subject>Empowering India: Analysing The Evolution Of Union Budget Allocations For Sustainable Growth</dc:subject>
  <dc:creator>SlideMake.com</dc:creator>
  <cp:lastModifiedBy>manojgtl2020@gmail.com</cp:lastModifiedBy>
  <cp:revision>2</cp:revision>
  <dcterms:created xsi:type="dcterms:W3CDTF">2026-02-21T14:04:46Z</dcterms:created>
  <dcterms:modified xsi:type="dcterms:W3CDTF">2026-02-22T01:58:22Z</dcterms:modified>
</cp:coreProperties>
</file>